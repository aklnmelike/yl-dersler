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7" r:id="rId11"/>
    <p:sldId id="268" r:id="rId12"/>
    <p:sldId id="269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9321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804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425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930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8856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7771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7649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198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366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24097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5820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6632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85147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69539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4502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8764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63200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E334D3-45AB-4901-B9BD-8A539CF0D511}" type="datetimeFigureOut">
              <a:rPr lang="tr-TR" smtClean="0"/>
              <a:t>22.01.2025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7CA66C6-56C4-4F37-9F91-A620A8B24CD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7568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127.0.0.1:8000/admi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D3EF4-A83A-FF46-93CF-662C8072D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3720" y="1380068"/>
            <a:ext cx="9955850" cy="2616199"/>
          </a:xfrm>
        </p:spPr>
        <p:txBody>
          <a:bodyPr/>
          <a:lstStyle/>
          <a:p>
            <a:r>
              <a:rPr lang="tr-TR" dirty="0" err="1"/>
              <a:t>Django</a:t>
            </a:r>
            <a:r>
              <a:rPr lang="tr-TR" dirty="0"/>
              <a:t> ile e-ticaret web sitesi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5FDBC-D928-07A0-AA74-B6C6AFD465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Hazırlayan: Melike Akalan</a:t>
            </a:r>
          </a:p>
        </p:txBody>
      </p:sp>
    </p:spTree>
    <p:extLst>
      <p:ext uri="{BB962C8B-B14F-4D97-AF65-F5344CB8AC3E}">
        <p14:creationId xmlns:p14="http://schemas.microsoft.com/office/powerpoint/2010/main" val="881728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A4479-1C77-22C9-7660-F0074D723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034717"/>
            <a:ext cx="10018713" cy="4756484"/>
          </a:xfrm>
        </p:spPr>
        <p:txBody>
          <a:bodyPr/>
          <a:lstStyle/>
          <a:p>
            <a:r>
              <a:rPr lang="tr-TR" dirty="0"/>
              <a:t>-- </a:t>
            </a:r>
            <a:r>
              <a:rPr lang="tr-TR" dirty="0" err="1"/>
              <a:t>pip</a:t>
            </a:r>
            <a:r>
              <a:rPr lang="tr-TR" dirty="0"/>
              <a:t> </a:t>
            </a:r>
            <a:r>
              <a:rPr lang="tr-TR" dirty="0" err="1"/>
              <a:t>install</a:t>
            </a:r>
            <a:r>
              <a:rPr lang="tr-TR" dirty="0"/>
              <a:t> </a:t>
            </a:r>
            <a:r>
              <a:rPr lang="tr-TR" dirty="0" err="1"/>
              <a:t>Django</a:t>
            </a:r>
            <a:endParaRPr lang="tr-TR" dirty="0"/>
          </a:p>
          <a:p>
            <a:r>
              <a:rPr lang="tr-TR" dirty="0"/>
              <a:t>-- </a:t>
            </a:r>
            <a:r>
              <a:rPr lang="tr-TR" dirty="0" err="1"/>
              <a:t>django</a:t>
            </a:r>
            <a:r>
              <a:rPr lang="tr-TR" dirty="0"/>
              <a:t>-admin </a:t>
            </a:r>
            <a:r>
              <a:rPr lang="tr-TR" dirty="0" err="1"/>
              <a:t>startproject</a:t>
            </a:r>
            <a:r>
              <a:rPr lang="tr-TR" dirty="0"/>
              <a:t> </a:t>
            </a:r>
            <a:r>
              <a:rPr lang="tr-TR" dirty="0" err="1"/>
              <a:t>ecommerce</a:t>
            </a:r>
            <a:endParaRPr lang="tr-TR" dirty="0"/>
          </a:p>
          <a:p>
            <a:r>
              <a:rPr lang="tr-TR" dirty="0"/>
              <a:t>-- cd C:\melike\GITHUB-PROJECTS\django_ecommerce</a:t>
            </a:r>
          </a:p>
          <a:p>
            <a:r>
              <a:rPr lang="tr-TR" dirty="0"/>
              <a:t>-- </a:t>
            </a:r>
            <a:r>
              <a:rPr lang="tr-TR" dirty="0" err="1"/>
              <a:t>python</a:t>
            </a:r>
            <a:r>
              <a:rPr lang="tr-TR" dirty="0"/>
              <a:t> manage.py </a:t>
            </a:r>
            <a:r>
              <a:rPr lang="tr-TR" dirty="0" err="1"/>
              <a:t>startapp</a:t>
            </a:r>
            <a:r>
              <a:rPr lang="tr-TR" dirty="0"/>
              <a:t> </a:t>
            </a:r>
            <a:r>
              <a:rPr lang="tr-TR" dirty="0" err="1"/>
              <a:t>store</a:t>
            </a:r>
            <a:endParaRPr lang="tr-T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7F5699E-77B5-7517-F753-B1AEB7810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tr-TR" dirty="0"/>
              <a:t>Projeyi Oluşturma</a:t>
            </a:r>
          </a:p>
        </p:txBody>
      </p:sp>
    </p:spTree>
    <p:extLst>
      <p:ext uri="{BB962C8B-B14F-4D97-AF65-F5344CB8AC3E}">
        <p14:creationId xmlns:p14="http://schemas.microsoft.com/office/powerpoint/2010/main" val="294704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CF12-540B-8484-8A75-CA6D3548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 Genel Bakış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AAF47-C811-445C-9A7C-C68A2D249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Bu proje, kullanıcı ve misafir ödeme yeteneklerine sahip tam işlevli bir e-ticaret web sitesidir.</a:t>
            </a:r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7D2833-5848-0F38-C5B1-B35C083EE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56" y="2862766"/>
            <a:ext cx="6573167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7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C48A-8EAE-7474-7EEE-A200EFA5C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25880"/>
          </a:xfrm>
        </p:spPr>
        <p:txBody>
          <a:bodyPr/>
          <a:lstStyle/>
          <a:p>
            <a:r>
              <a:rPr lang="tr-TR" dirty="0"/>
              <a:t>Ödeme Entegrasyonu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B0A2-D89A-DED0-D92A-0DDE1F21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4292066"/>
          </a:xfrm>
        </p:spPr>
        <p:txBody>
          <a:bodyPr/>
          <a:lstStyle/>
          <a:p>
            <a:r>
              <a:rPr lang="tr-TR" dirty="0"/>
              <a:t>Ödeme entegrasyonu PayPal ile gerçekleştirilmiştir ve PayPal hesabıyla ödeme yapma ve PayPal banka/kredi kartıyla ödeme yapma olanağı sunulmuştur. 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E56B5D-DB39-563B-235E-3C4CDC8F0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98" y="2845941"/>
            <a:ext cx="7425121" cy="378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6C143F1-7139-A695-D0EC-2ECC1B54F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372979"/>
            <a:ext cx="10018713" cy="5919537"/>
          </a:xfrm>
        </p:spPr>
        <p:txBody>
          <a:bodyPr/>
          <a:lstStyle/>
          <a:p>
            <a:r>
              <a:rPr lang="tr-TR" dirty="0"/>
              <a:t>Store.html                                        Cart.html</a:t>
            </a:r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                                                                    Checkout.html</a:t>
            </a:r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  <a:p>
            <a:endParaRPr lang="tr-T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0C836E-E557-4C10-029F-2A4285F15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310" y="949745"/>
            <a:ext cx="3605047" cy="2683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208680-8103-663D-6F41-13E92A1D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867" y="907347"/>
            <a:ext cx="5531745" cy="25149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E91DB2C-CEC7-152A-A22E-988D93059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535" y="4272934"/>
            <a:ext cx="382958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1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8087-DBAA-7974-0D3A-80C5B906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45169"/>
            <a:ext cx="10018713" cy="1752599"/>
          </a:xfrm>
        </p:spPr>
        <p:txBody>
          <a:bodyPr/>
          <a:lstStyle/>
          <a:p>
            <a:r>
              <a:rPr lang="tr-TR" dirty="0" err="1"/>
              <a:t>Models</a:t>
            </a:r>
            <a:endParaRPr lang="tr-TR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BF5B3E6-A484-2831-D78B-CD9638146E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188" y="1968980"/>
            <a:ext cx="6460958" cy="465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17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60911-6C23-C08F-8DEB-D3FA1AEAD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70021"/>
            <a:ext cx="10018713" cy="5823284"/>
          </a:xfrm>
        </p:spPr>
        <p:txBody>
          <a:bodyPr>
            <a:normAutofit/>
          </a:bodyPr>
          <a:lstStyle/>
          <a:p>
            <a:r>
              <a:rPr lang="tr-TR" dirty="0"/>
              <a:t>Proje 6 tablodan oluşmaktadır:</a:t>
            </a:r>
          </a:p>
          <a:p>
            <a:r>
              <a:rPr lang="tr-TR" b="1" dirty="0"/>
              <a:t>1. User: </a:t>
            </a:r>
            <a:r>
              <a:rPr lang="tr-TR" dirty="0" err="1"/>
              <a:t>Django'da</a:t>
            </a:r>
            <a:r>
              <a:rPr lang="tr-TR" dirty="0"/>
              <a:t> oluşturulmuş kullanıcı modeli</a:t>
            </a:r>
          </a:p>
          <a:p>
            <a:r>
              <a:rPr lang="tr-TR" dirty="0"/>
              <a:t>2</a:t>
            </a:r>
            <a:r>
              <a:rPr lang="tr-TR" b="1" dirty="0"/>
              <a:t>. </a:t>
            </a:r>
            <a:r>
              <a:rPr lang="tr-TR" b="1" dirty="0" err="1"/>
              <a:t>Customer</a:t>
            </a:r>
            <a:r>
              <a:rPr lang="tr-TR" b="1" dirty="0"/>
              <a:t>: </a:t>
            </a:r>
            <a:r>
              <a:rPr lang="tr-TR" dirty="0"/>
              <a:t>Bir Kullanıcı modeliyle birlikte, her müşteri her kullanıcıyla bire bir ilişkiye sahip bir Müşteri modeli içerecektir. (</a:t>
            </a:r>
            <a:r>
              <a:rPr lang="tr-TR" dirty="0" err="1"/>
              <a:t>OneToOneFied</a:t>
            </a:r>
            <a:r>
              <a:rPr lang="tr-TR" dirty="0"/>
              <a:t>)</a:t>
            </a:r>
          </a:p>
          <a:p>
            <a:r>
              <a:rPr lang="tr-TR" b="1" dirty="0"/>
              <a:t>3. Product: </a:t>
            </a:r>
            <a:r>
              <a:rPr lang="tr-TR" dirty="0"/>
              <a:t>Mağazada bulunan ürünleri temsil eder.</a:t>
            </a:r>
          </a:p>
          <a:p>
            <a:r>
              <a:rPr lang="tr-TR" b="1" dirty="0"/>
              <a:t>4. </a:t>
            </a:r>
            <a:r>
              <a:rPr lang="tr-TR" b="1" dirty="0" err="1"/>
              <a:t>Order</a:t>
            </a:r>
            <a:r>
              <a:rPr lang="tr-TR" b="1" dirty="0"/>
              <a:t>: </a:t>
            </a:r>
            <a:r>
              <a:rPr lang="tr-TR" dirty="0"/>
              <a:t>Sepete yerleştirilen veya bekleyen bir işlemi temsil eder.</a:t>
            </a:r>
          </a:p>
          <a:p>
            <a:r>
              <a:rPr lang="tr-TR" b="1" dirty="0"/>
              <a:t>5. </a:t>
            </a:r>
            <a:r>
              <a:rPr lang="tr-TR" b="1" dirty="0" err="1"/>
              <a:t>OrderItem</a:t>
            </a:r>
            <a:r>
              <a:rPr lang="tr-TR" b="1" dirty="0"/>
              <a:t>: </a:t>
            </a:r>
            <a:r>
              <a:rPr lang="tr-TR" dirty="0"/>
              <a:t>Bir sipariş Öğesi, bir siparişi olan bir öğedir. Örneğin, bir alışveriş sepeti birçok öğeden oluşabilir ancak hepsi tek bir siparişin parçasıdır.</a:t>
            </a:r>
          </a:p>
          <a:p>
            <a:r>
              <a:rPr lang="tr-TR" dirty="0"/>
              <a:t>6</a:t>
            </a:r>
            <a:r>
              <a:rPr lang="tr-TR" b="1" dirty="0"/>
              <a:t>. </a:t>
            </a:r>
            <a:r>
              <a:rPr lang="tr-TR" b="1" dirty="0" err="1"/>
              <a:t>ShippingAddress</a:t>
            </a:r>
            <a:r>
              <a:rPr lang="tr-TR" b="1" dirty="0"/>
              <a:t>: </a:t>
            </a:r>
            <a:r>
              <a:rPr lang="tr-TR" dirty="0"/>
              <a:t>Her siparişin nakliye bilgisine ihtiyacı olmayacaktır. Gönderilmesi gereken fiziksel ürünler içeren siparişler için siparişi nereye göndereceğimizi bilmek için bir gönderim modeli örneği oluşturmamız gerekecek.</a:t>
            </a:r>
          </a:p>
        </p:txBody>
      </p:sp>
    </p:spTree>
    <p:extLst>
      <p:ext uri="{BB962C8B-B14F-4D97-AF65-F5344CB8AC3E}">
        <p14:creationId xmlns:p14="http://schemas.microsoft.com/office/powerpoint/2010/main" val="213335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4FB2-DCBA-23A8-E151-DEF50DBB8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0879" y="733926"/>
            <a:ext cx="4928521" cy="890337"/>
          </a:xfrm>
        </p:spPr>
        <p:txBody>
          <a:bodyPr/>
          <a:lstStyle/>
          <a:p>
            <a:r>
              <a:rPr lang="tr-TR" dirty="0" err="1"/>
              <a:t>Import</a:t>
            </a:r>
            <a:r>
              <a:rPr lang="tr-TR" dirty="0"/>
              <a:t> User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04EB63-5A44-8617-FD66-F3F18EDBF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194" y="1870130"/>
            <a:ext cx="5578225" cy="730448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735A5E2-AC45-3B7F-FD3E-70AEA2E70A71}"/>
              </a:ext>
            </a:extLst>
          </p:cNvPr>
          <p:cNvSpPr txBox="1">
            <a:spLocks/>
          </p:cNvSpPr>
          <p:nvPr/>
        </p:nvSpPr>
        <p:spPr>
          <a:xfrm>
            <a:off x="1484311" y="3266477"/>
            <a:ext cx="4611689" cy="8903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dirty="0" err="1"/>
              <a:t>Customer</a:t>
            </a:r>
            <a:r>
              <a:rPr lang="tr-TR" dirty="0"/>
              <a:t> Model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07B8F971-AB1D-762E-092D-91B32D57A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194" y="4257423"/>
            <a:ext cx="7923644" cy="18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5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6BF449-5CE8-203D-9199-71DE752C2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763" y="673770"/>
            <a:ext cx="10018713" cy="4985084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AB8CA0-168D-5EFF-E09D-C01DD2FC2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906" y="1977174"/>
            <a:ext cx="6692739" cy="455153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7ABFF98-7D41-8F3E-1B1B-95A05116F903}"/>
              </a:ext>
            </a:extLst>
          </p:cNvPr>
          <p:cNvSpPr txBox="1">
            <a:spLocks/>
          </p:cNvSpPr>
          <p:nvPr/>
        </p:nvSpPr>
        <p:spPr>
          <a:xfrm>
            <a:off x="1712911" y="958509"/>
            <a:ext cx="4611689" cy="8903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dirty="0"/>
              <a:t>Product Model</a:t>
            </a:r>
          </a:p>
        </p:txBody>
      </p:sp>
    </p:spTree>
    <p:extLst>
      <p:ext uri="{BB962C8B-B14F-4D97-AF65-F5344CB8AC3E}">
        <p14:creationId xmlns:p14="http://schemas.microsoft.com/office/powerpoint/2010/main" val="342975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9FC27-7A25-3063-9649-9F3A23F2F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59F87D9-8B90-71AC-D0DC-9CAD85041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763" y="673770"/>
            <a:ext cx="10018713" cy="4985084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7376AF9-A0BC-A8AE-5B88-5CD6A7B15E2D}"/>
              </a:ext>
            </a:extLst>
          </p:cNvPr>
          <p:cNvSpPr txBox="1">
            <a:spLocks/>
          </p:cNvSpPr>
          <p:nvPr/>
        </p:nvSpPr>
        <p:spPr>
          <a:xfrm>
            <a:off x="1055524" y="673770"/>
            <a:ext cx="4611689" cy="8903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dirty="0" err="1"/>
              <a:t>Order</a:t>
            </a:r>
            <a:r>
              <a:rPr lang="tr-TR" dirty="0"/>
              <a:t>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58FDD-13E2-4B9C-DFC7-872A6BC64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213" y="673770"/>
            <a:ext cx="6280146" cy="602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59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AD01-0219-135F-27CA-E824D4020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8B4A68-CFFD-4F59-B444-C445E04D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763" y="673770"/>
            <a:ext cx="10018713" cy="4985084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BAA4A7B-C342-4C7B-B711-246181D3D504}"/>
              </a:ext>
            </a:extLst>
          </p:cNvPr>
          <p:cNvSpPr txBox="1">
            <a:spLocks/>
          </p:cNvSpPr>
          <p:nvPr/>
        </p:nvSpPr>
        <p:spPr>
          <a:xfrm>
            <a:off x="1681166" y="753976"/>
            <a:ext cx="4611689" cy="8903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dirty="0" err="1"/>
              <a:t>OrderItem</a:t>
            </a:r>
            <a:r>
              <a:rPr lang="tr-TR" dirty="0"/>
              <a:t>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2CFF9-98C6-D4B7-04CE-74E35B5EF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6" y="2200103"/>
            <a:ext cx="602064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12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24500-8169-A3FB-6052-8700573B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009161-75F9-36AB-CB97-A12E123FA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763" y="673770"/>
            <a:ext cx="10018713" cy="4985084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22B54F-13CF-37FB-B0F2-101D9D3EC27F}"/>
              </a:ext>
            </a:extLst>
          </p:cNvPr>
          <p:cNvSpPr txBox="1">
            <a:spLocks/>
          </p:cNvSpPr>
          <p:nvPr/>
        </p:nvSpPr>
        <p:spPr>
          <a:xfrm>
            <a:off x="1681166" y="753976"/>
            <a:ext cx="5128708" cy="103872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tr-TR" dirty="0" err="1"/>
              <a:t>ShippingAddress</a:t>
            </a:r>
            <a:r>
              <a:rPr lang="tr-TR" dirty="0"/>
              <a:t>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B12E34-6DCF-FA60-2925-4EBF082A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6" y="1968459"/>
            <a:ext cx="7616099" cy="292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17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EDA1B-9834-7A46-C1E5-F1D25E2C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541421"/>
            <a:ext cx="10018713" cy="5835316"/>
          </a:xfrm>
        </p:spPr>
        <p:txBody>
          <a:bodyPr/>
          <a:lstStyle/>
          <a:p>
            <a:r>
              <a:rPr lang="tr-TR" dirty="0"/>
              <a:t>Tabloların </a:t>
            </a:r>
            <a:r>
              <a:rPr lang="tr-TR" dirty="0" err="1"/>
              <a:t>Veritabanına</a:t>
            </a:r>
            <a:r>
              <a:rPr lang="tr-TR" dirty="0"/>
              <a:t> aktarılması: </a:t>
            </a:r>
            <a:br>
              <a:rPr lang="tr-TR" dirty="0"/>
            </a:br>
            <a:r>
              <a:rPr lang="tr-TR" dirty="0"/>
              <a:t>-- </a:t>
            </a:r>
            <a:r>
              <a:rPr lang="tr-TR" dirty="0" err="1"/>
              <a:t>python</a:t>
            </a:r>
            <a:r>
              <a:rPr lang="tr-TR" dirty="0"/>
              <a:t> manage.py </a:t>
            </a:r>
            <a:r>
              <a:rPr lang="tr-TR" dirty="0" err="1"/>
              <a:t>makemigrations</a:t>
            </a:r>
            <a:br>
              <a:rPr lang="tr-TR" dirty="0"/>
            </a:br>
            <a:r>
              <a:rPr lang="tr-TR" dirty="0"/>
              <a:t>-- Python manage.py </a:t>
            </a:r>
            <a:r>
              <a:rPr lang="tr-TR" dirty="0" err="1"/>
              <a:t>migrate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Tabloları(modelleri) </a:t>
            </a:r>
            <a:r>
              <a:rPr lang="tr-TR" dirty="0" err="1"/>
              <a:t>admin.py’ye</a:t>
            </a:r>
            <a:r>
              <a:rPr lang="tr-TR" dirty="0"/>
              <a:t> </a:t>
            </a:r>
            <a:r>
              <a:rPr lang="tr-TR" dirty="0" err="1"/>
              <a:t>aktarak</a:t>
            </a:r>
            <a:r>
              <a:rPr lang="tr-TR" dirty="0"/>
              <a:t> </a:t>
            </a:r>
            <a:r>
              <a:rPr lang="tr-TR" dirty="0">
                <a:hlinkClick r:id="rId2"/>
              </a:rPr>
              <a:t>http://127.0.0.1:8000/admin</a:t>
            </a:r>
            <a:r>
              <a:rPr lang="tr-TR" dirty="0"/>
              <a:t> üzerinden de düzenleme yaparız.</a:t>
            </a:r>
            <a:br>
              <a:rPr lang="tr-TR" dirty="0"/>
            </a:br>
            <a:br>
              <a:rPr lang="tr-TR" dirty="0"/>
            </a:b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E99C2-3DF3-64B5-A32B-79EAAC659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792" y="4163293"/>
            <a:ext cx="3783387" cy="245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175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F28DE-B1FD-710C-1BB7-B8038BC3B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09863"/>
            <a:ext cx="10018713" cy="5594684"/>
          </a:xfrm>
        </p:spPr>
        <p:txBody>
          <a:bodyPr/>
          <a:lstStyle/>
          <a:p>
            <a:endParaRPr lang="tr-TR" dirty="0"/>
          </a:p>
          <a:p>
            <a:endParaRPr lang="tr-TR" dirty="0"/>
          </a:p>
          <a:p>
            <a:r>
              <a:rPr lang="tr-TR" dirty="0"/>
              <a:t>-- </a:t>
            </a:r>
            <a:r>
              <a:rPr lang="tr-TR" dirty="0" err="1"/>
              <a:t>python</a:t>
            </a:r>
            <a:r>
              <a:rPr lang="tr-TR" dirty="0"/>
              <a:t> manage.py </a:t>
            </a:r>
            <a:r>
              <a:rPr lang="tr-TR" dirty="0" err="1"/>
              <a:t>createsuperuser</a:t>
            </a:r>
            <a:endParaRPr lang="tr-TR" dirty="0"/>
          </a:p>
          <a:p>
            <a:r>
              <a:rPr lang="tr-TR" dirty="0"/>
              <a:t>-- Python manage.py </a:t>
            </a:r>
            <a:r>
              <a:rPr lang="tr-TR" dirty="0" err="1"/>
              <a:t>runserver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5359BB-5421-E628-7DAE-01BD2F56D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528" y="2824613"/>
            <a:ext cx="7094495" cy="3720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101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72</TotalTime>
  <Words>273</Words>
  <Application>Microsoft Office PowerPoint</Application>
  <PresentationFormat>Widescreen</PresentationFormat>
  <Paragraphs>79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Corbel</vt:lpstr>
      <vt:lpstr>Parallax</vt:lpstr>
      <vt:lpstr>Django ile e-ticaret web sitesi</vt:lpstr>
      <vt:lpstr>Projeyi Oluşturma</vt:lpstr>
      <vt:lpstr>Proje Genel Bakış</vt:lpstr>
      <vt:lpstr>Ödeme Entegrasyonu</vt:lpstr>
      <vt:lpstr>PowerPoint Presentation</vt:lpstr>
      <vt:lpstr>Models</vt:lpstr>
      <vt:lpstr>PowerPoint Presentation</vt:lpstr>
      <vt:lpstr>Import User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melike akalan-öğrenci</dc:creator>
  <cp:lastModifiedBy>melike akalan-öğrenci</cp:lastModifiedBy>
  <cp:revision>9</cp:revision>
  <dcterms:created xsi:type="dcterms:W3CDTF">2025-01-21T23:20:18Z</dcterms:created>
  <dcterms:modified xsi:type="dcterms:W3CDTF">2025-01-22T08:44:48Z</dcterms:modified>
</cp:coreProperties>
</file>